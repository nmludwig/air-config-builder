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SOLUTIONS ENGINEERING TOOL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 Configuration Builder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402336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prospect’s website URL + their top call reasons into a complete,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copy-paste-ready AI Receptionist configuration — in minutes, not hours.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5257800"/>
            <a:ext cx="384048" cy="384048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257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52578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URL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52303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11880" y="5257800"/>
            <a:ext cx="384048" cy="384048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5257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0" y="52578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call reasons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60720" y="52303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55080" y="5257800"/>
            <a:ext cx="384048" cy="384048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5257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0" y="52578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6172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RingCentral  ·  air-config-builder.celab.ringcentral.com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6126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 for SEs that reads a prospect’s website and generates a full AI Receptionist configuration covering every Admin Portal field — with the exact, paste-ready text for each one.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6126480" cy="896112"/>
          </a:xfrm>
          <a:prstGeom prst="roundRect">
            <a:avLst>
              <a:gd name="adj" fmla="val 8163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3264408"/>
            <a:ext cx="402336" cy="402336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2644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1363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Firecrawl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47472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live site — handles JavaScript, Cloudflare &amp; bot protection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6126480" cy="896112"/>
          </a:xfrm>
          <a:prstGeom prst="roundRect">
            <a:avLst>
              <a:gd name="adj" fmla="val 8163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4315968"/>
            <a:ext cx="402336" cy="402336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3159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41879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(Opus)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452628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site + call reasons into a structured AIR config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6126480" cy="896112"/>
          </a:xfrm>
          <a:prstGeom prst="roundRect">
            <a:avLst>
              <a:gd name="adj" fmla="val 8163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5367528"/>
            <a:ext cx="402336" cy="402336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3675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52395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deliverable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557784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on screen, then downloads as a formatted .docx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132320" y="914400"/>
            <a:ext cx="4526280" cy="5212080"/>
          </a:xfrm>
          <a:prstGeom prst="roundRect">
            <a:avLst>
              <a:gd name="adj" fmla="val 2020"/>
            </a:avLst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745236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SEs use it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52360" y="18288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F6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Minutes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915400" y="18745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complete config, vs. hours by hand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52360" y="288036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F6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8915400" y="29260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— every AIR field + enablement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452360" y="393192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F6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8915400" y="397764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fields covered with paste-ready text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452360" y="498348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F6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8915400" y="50292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on-brand deliverable every time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Configuration Builder   ·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 — three steps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Paste the website URL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the prospect’s homepage. The app auto-reads the site. Optionally click Suggest to auto-draft the top 10 call reasons from the site.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15968" y="15544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0288" y="1828800"/>
            <a:ext cx="640080" cy="64008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10" name="Text 8"/>
          <p:cNvSpPr/>
          <p:nvPr/>
        </p:nvSpPr>
        <p:spPr>
          <a:xfrm>
            <a:off x="4590288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90288" y="269748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the top call reasons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90288" y="347472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straight from staff notes or email — plain language, one per line. These drive the FAQ numbering and routing rules.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83296" y="15544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7616" y="1828800"/>
            <a:ext cx="640080" cy="64008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15" name="Text 13"/>
          <p:cNvSpPr/>
          <p:nvPr/>
        </p:nvSpPr>
        <p:spPr>
          <a:xfrm>
            <a:off x="8357616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357616" y="269748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57616" y="347472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Generate. The config streams live on screen, then download the formatted Word doc to use as your build &amp; demo reference.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16636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bot-protected?  </a:t>
            </a:r>
            <a:pPr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it, Cmd+A / Cmd+C, and paste the text into field 3 — pasted content always takes priority over the auto-fetch.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Configuration Builder   ·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get — an 11-section deliverable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Word doc, paginated one major section per page, ready to use while you configure the Admin Portal and run the demo.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621792"/>
          </a:xfrm>
          <a:prstGeom prst="roundRect">
            <a:avLst>
              <a:gd name="adj" fmla="val 8824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86537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82880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Overview &amp; AIR Strategy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440680" cy="621792"/>
          </a:xfrm>
          <a:prstGeom prst="roundRect">
            <a:avLst>
              <a:gd name="adj" fmla="val 8824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81928" y="186537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49440" y="182880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Setup — Field by Field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578608"/>
            <a:ext cx="5440680" cy="621792"/>
          </a:xfrm>
          <a:prstGeom prst="roundRect">
            <a:avLst>
              <a:gd name="adj" fmla="val 8824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61518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2578608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Strategy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2578608"/>
            <a:ext cx="5440680" cy="621792"/>
          </a:xfrm>
          <a:prstGeom prst="roundRect">
            <a:avLst>
              <a:gd name="adj" fmla="val 8824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261518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49440" y="2578608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Configuration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328416"/>
            <a:ext cx="5440680" cy="621792"/>
          </a:xfrm>
          <a:prstGeom prst="roundRect">
            <a:avLst>
              <a:gd name="adj" fmla="val 8824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3649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3328416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Behavior &amp; Determinism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328416"/>
            <a:ext cx="5440680" cy="621792"/>
          </a:xfrm>
          <a:prstGeom prst="roundRect">
            <a:avLst>
              <a:gd name="adj" fmla="val 8824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33649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49440" y="3328416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 Setup Checklist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078224"/>
            <a:ext cx="5440680" cy="621792"/>
          </a:xfrm>
          <a:prstGeom prst="roundRect">
            <a:avLst>
              <a:gd name="adj" fmla="val 8824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1148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25880" y="4078224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— Deployment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72200" y="4078224"/>
            <a:ext cx="5440680" cy="621792"/>
          </a:xfrm>
          <a:prstGeom prst="roundRect">
            <a:avLst>
              <a:gd name="adj" fmla="val 8824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41148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49440" y="4078224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— Persona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828032"/>
            <a:ext cx="5440680" cy="621792"/>
          </a:xfrm>
          <a:prstGeom prst="roundRect">
            <a:avLst>
              <a:gd name="adj" fmla="val 8824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8646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325880" y="4828032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vs. AIR Pro — Maturity Curve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72200" y="4828032"/>
            <a:ext cx="5440680" cy="621792"/>
          </a:xfrm>
          <a:prstGeom prst="roundRect">
            <a:avLst>
              <a:gd name="adj" fmla="val 8824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81928" y="48646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949440" y="4828032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LLM Concepts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5577840"/>
            <a:ext cx="5440680" cy="621792"/>
          </a:xfrm>
          <a:prstGeom prst="roundRect">
            <a:avLst>
              <a:gd name="adj" fmla="val 8824"/>
            </a:avLst>
          </a:prstGeom>
          <a:solidFill>
            <a:srgbClr val="1E3A5F"/>
          </a:solidFill>
          <a:ln w="19050">
            <a:solidFill>
              <a:srgbClr val="0F62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561441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325880" y="557784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Demo-Day SE Playbook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20640" y="5742432"/>
            <a:ext cx="777240" cy="292608"/>
          </a:xfrm>
          <a:prstGeom prst="rect">
            <a:avLst/>
          </a:prstGeom>
          <a:solidFill>
            <a:srgbClr val="0F62F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Configuration Builder   ·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AIR field — and how deterministic it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builder labels each field HARD / SOFT / MIXED — a confidence-routing model so high-stakes facts travel the most constrained path.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Description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869680" y="1929384"/>
            <a:ext cx="1325880" cy="310896"/>
          </a:xfrm>
          <a:prstGeom prst="roundRect">
            <a:avLst>
              <a:gd name="adj" fmla="val 14706"/>
            </a:avLst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0" y="1929384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32304"/>
            <a:ext cx="11091672" cy="512064"/>
          </a:xfrm>
          <a:prstGeom prst="roundRect">
            <a:avLst>
              <a:gd name="adj" fmla="val 7143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32304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Greeting (hours + after-hours)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869680" y="2532888"/>
            <a:ext cx="1325880" cy="310896"/>
          </a:xfrm>
          <a:prstGeom prst="roundRect">
            <a:avLst>
              <a:gd name="adj" fmla="val 14706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0" y="253288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35808"/>
            <a:ext cx="11091672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35808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Skill (max 10, numbered by call reason)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869680" y="3136392"/>
            <a:ext cx="1325880" cy="310896"/>
          </a:xfrm>
          <a:prstGeom prst="roundRect">
            <a:avLst>
              <a:gd name="adj" fmla="val 14706"/>
            </a:avLst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8869680" y="3136392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39312"/>
            <a:ext cx="11091672" cy="512064"/>
          </a:xfrm>
          <a:prstGeom prst="roundRect">
            <a:avLst>
              <a:gd name="adj" fmla="val 7143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639312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by Context (routing rules)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869680" y="3739896"/>
            <a:ext cx="1325880" cy="310896"/>
          </a:xfrm>
          <a:prstGeom prst="roundRect">
            <a:avLst>
              <a:gd name="adj" fmla="val 14706"/>
            </a:avLst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8869680" y="3739896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242816"/>
            <a:ext cx="11091672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242816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Skill (message templates)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869680" y="4343400"/>
            <a:ext cx="1325880" cy="310896"/>
          </a:xfrm>
          <a:prstGeom prst="roundRect">
            <a:avLst>
              <a:gd name="adj" fmla="val 14706"/>
            </a:avLst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8869680" y="4343400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11091672" cy="512064"/>
          </a:xfrm>
          <a:prstGeom prst="roundRect">
            <a:avLst>
              <a:gd name="adj" fmla="val 7143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846320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(URLs + .txt files)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869680" y="4946904"/>
            <a:ext cx="1325880" cy="310896"/>
          </a:xfrm>
          <a:prstGeom prst="roundRect">
            <a:avLst>
              <a:gd name="adj" fmla="val 14706"/>
            </a:avLst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8869680" y="4946904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MIXED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449824"/>
            <a:ext cx="11091672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449824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 (intake questions)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8869680" y="5550408"/>
            <a:ext cx="1325880" cy="310896"/>
          </a:xfrm>
          <a:prstGeom prst="roundRect">
            <a:avLst>
              <a:gd name="adj" fmla="val 14706"/>
            </a:avLst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8869680" y="555040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MIXED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exact text  </a:t>
            </a:r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rules + variance  </a:t>
            </a:r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structure, paraphrase ok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Configuration Builder   ·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the Word doc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as a polished playbook — not a wall of text. Everything paste-able is in a green box you can copy straight into the Admin Portal.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310896" cy="310896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5146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 copy boxes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86207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paste-ready value — descriptions, greetings, FAQ text, keywords, SMS, .txt files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310896" cy="310896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4747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 plan table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82219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/ amber / red flags showing what AIR handles vs. routes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310896" cy="310896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4348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Callout boxes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478231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Info, warning, success &amp; danger notes that flag risks at a glance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440680"/>
            <a:ext cx="310896" cy="310896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53949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page per section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574243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scan live while configuring or presenting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78040" y="1280160"/>
            <a:ext cx="4480560" cy="2286000"/>
          </a:xfrm>
          <a:prstGeom prst="roundRect">
            <a:avLst>
              <a:gd name="adj" fmla="val 2400"/>
            </a:avLst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1417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 DESCRIPTION  ·  copy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06640" y="178308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the AI receptionist for the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practice. Greet callers warmly, answer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 questions, route clinical issues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staff, and never assess symptoms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give medical advice. (≤500 chars)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3794760"/>
            <a:ext cx="4480560" cy="2194560"/>
          </a:xfrm>
          <a:prstGeom prst="roundRect">
            <a:avLst>
              <a:gd name="adj" fmla="val 2500"/>
            </a:avLst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39319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 Plan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06640" y="43891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consult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921240" y="4434840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9921240" y="443484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 handles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06640" y="48646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Q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921240" y="4910328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9921240" y="4910328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406640" y="534009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advice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921240" y="5385816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9921240" y="5385816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 only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Configuration Builder   ·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enablement, not just config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two sections turn the deliverable into a teaching tool — so you walk in fluent and never get surprised live.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14283F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§ 10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20299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Concepts Appendix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behind the config — so you can speak it credibly: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Temperature &amp; determinism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Grounding vs. hallucination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40690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System prompt vs. user prompt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45262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Prompt injection (OWASP #1)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49834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RAG, chunking &amp; cosine distance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54406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Output constraints &amp; fallback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99632" y="182880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14283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§ 11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88352" y="20299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Demo-Day SE Playbook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73952" y="260604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Field-tested moves to run a clean demo: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65392" y="31546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Five Rules of AIR enablement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65392" y="372160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Reframe Library — every failure has a line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65392" y="428853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Turn surprises into teaching moments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65392" y="485546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Why PDF format is the #1 KB failure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Configuration Builder   ·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benefits the SE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1920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manual config work collapse into minutes — more prospects covered, faster.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874520"/>
            <a:ext cx="548640" cy="54864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223760" y="1920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Consistency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537960" y="260604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prospect gets the same complete, on-brand, best-practice configuration — nothing forgotten.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114800"/>
            <a:ext cx="548640" cy="54864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00200" y="41605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Credibility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14400" y="48463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the customer through every AIR field with the right terms and the determinism reasoning.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379476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114800"/>
            <a:ext cx="548640" cy="54864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223760" y="41605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confidence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537960" y="48463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Reframe Library + Five Rules mean no live surprise becomes an awkward moment.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Configuration Builder   ·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 your next config in minutes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68680" y="3840480"/>
            <a:ext cx="7498080" cy="777240"/>
          </a:xfrm>
          <a:prstGeom prst="roundRect">
            <a:avLst>
              <a:gd name="adj" fmla="val 11765"/>
            </a:avLst>
          </a:prstGeom>
          <a:solidFill>
            <a:srgbClr val="14283F"/>
          </a:solidFill>
          <a:ln w="19050">
            <a:solidFill>
              <a:srgbClr val="0F6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84048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air-config-builder.celab.ringcentral.com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86968" y="4800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your RingCentral account  ·  internal SE team access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6126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RingCentral Solutions Engineering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2026-06-03T22:58:49Z</dcterms:created>
  <dcterms:modified xsi:type="dcterms:W3CDTF">2026-06-03T22:58:49Z</dcterms:modified>
</cp:coreProperties>
</file>